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1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509E9-36E1-4199-9151-250F880BAD71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F3C70-2E94-47D2-A2E4-1FEBDC2062E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284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DE51C-8AAD-40B8-9109-8DDD87AC6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245B524-B68B-4289-B40F-2B653AAD7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172EB2-3376-4FB7-A822-F2348E22D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76306C-4A18-4758-A085-1F317E75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AA65A3-9D5A-4B16-AF0A-76AEB061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164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33F22-2437-4091-9568-7DF23316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A7FA44-D2DF-4A3A-B11A-93E188E8E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8F15E3A-0C1A-44B4-80EB-E2979D77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A69493-C9E9-4ACA-A5DC-8B292DB79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A7FC16-1BDF-4384-BAE2-F8079230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44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8BFD0-D19F-4824-9362-D981C760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3651D4-36FC-42C7-94B5-3DC6CDB33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A628C4-1016-47D9-B420-8F3AA666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642949-3840-48B8-95A8-B1F8EC2A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DA9200-0ECF-4F78-B109-23FE240C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39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C344E7-A00D-4EC4-9474-5936D8D6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0E2787-5088-4141-8698-D0CE7BCAAD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745B9B-0D3A-4885-9985-85546A170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CE67E6-3AB0-405B-BED5-975DB35A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487042-3D6A-48C2-B5F5-C1C7A758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33F7FC1-79B0-4EB8-9DFE-04F93715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012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F55916-EB97-4627-AFC1-608B7BD90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B42962-AE9E-41A6-8FB0-30788D89B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DCF40B-E2CB-4779-9B8E-E892C2F82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B94CF7E-C314-449D-BFDF-8B11F85F68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E8F004B-E887-4F2C-869B-FCA059934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B832F0-85A4-4472-898C-F067FB08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A1068CF-6711-45A8-8157-C5C8F3CD2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C6532E9-D3FD-4DE9-A02B-793C0BC2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09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2738E1-B970-468D-BF1A-34FEA85B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8EB91DB-0E13-4295-8761-ED2CF095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EA5785-C493-4FE8-88A2-E4DCF5D9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AAA700B-96D6-434D-B16F-57632ECB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104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581876-02E4-4CFA-ADF5-C95A2B37A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59D5866-0619-489E-86DF-257BEF73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53DC77-FBA2-4D53-8B3F-BBED340A2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47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828EA3-31DD-4B4B-9A69-BFDDA8C0F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3F7F90-5B4C-4492-8DB1-0AF35DC5F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B4A16A8-D838-41FF-B3B1-7930AC61D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0786CF-E36B-4B96-BD41-727E08FDF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1158CF-A2D9-43EC-9F0C-C3BBE956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BA1713-1EB4-4D26-986C-9162BACB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1047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5BB1E8-69F9-41C9-960D-6DE877EA0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08365FB-3600-4DC7-A3DB-E0575AC7F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01AA054-F31C-44EE-A4BC-28BAB233B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0C4210-6BC3-4A4D-8924-C4DAB0F9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89E7F6-998E-4FC2-90B5-B886D3B46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0EB9A4-3F23-42A1-A7C6-25FEB198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5262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EF8C91-19EB-4279-BDE1-C112F2334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75B7E0-7CBB-40BB-82DE-3D1EE6E75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7FE74E-E597-4632-B91F-BCE9392E3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17CEF6-52B2-4BB2-A5D5-2A1D824EA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463531-FBC0-4D88-80A3-F222C158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1786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1A40D7B-3162-485C-9AE9-AE9299B8B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DB495A-1B61-465A-B161-3DCBE3D21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D709A4-DA84-45E0-BD15-BFA2A7490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5D8D54-B7B0-4DFB-BF11-CEC51BBE4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B8DA7A-81C8-45F4-BC5B-65E21F43F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185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3EF27D2-B25F-44BF-8F1B-DA7A0C7DF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91B12E-EB26-4059-B5D6-06307B3DF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E2A7B0-EBE6-4782-B07B-991C0D2E0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BE315-7871-4B37-BD02-B4713CE59E32}" type="datetimeFigureOut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5C5B3F-AC5C-4A83-B4A4-43F38B268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3EC6E2-03A6-4FB9-864A-55335B427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3A9A1-B7B3-4564-85B2-339381FC62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177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B3FF1C-F1E3-4734-BF70-EE27A01D7EA3}"/>
              </a:ext>
            </a:extLst>
          </p:cNvPr>
          <p:cNvSpPr txBox="1"/>
          <p:nvPr/>
        </p:nvSpPr>
        <p:spPr>
          <a:xfrm>
            <a:off x="526221" y="21769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W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EA7203B-F623-45DF-BE27-39F9810E4805}"/>
              </a:ext>
            </a:extLst>
          </p:cNvPr>
          <p:cNvSpPr/>
          <p:nvPr/>
        </p:nvSpPr>
        <p:spPr>
          <a:xfrm>
            <a:off x="526221" y="217690"/>
            <a:ext cx="3994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84BBE2C-864F-4BDC-84A6-EF0F9AFC658B}"/>
              </a:ext>
            </a:extLst>
          </p:cNvPr>
          <p:cNvSpPr txBox="1"/>
          <p:nvPr/>
        </p:nvSpPr>
        <p:spPr>
          <a:xfrm>
            <a:off x="561487" y="634536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96EB80A-1631-4FFC-82F8-EA1E6176816B}"/>
              </a:ext>
            </a:extLst>
          </p:cNvPr>
          <p:cNvSpPr/>
          <p:nvPr/>
        </p:nvSpPr>
        <p:spPr>
          <a:xfrm>
            <a:off x="526221" y="634536"/>
            <a:ext cx="3994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1CF2CE-E495-4EF6-A4A7-92B715A1059E}"/>
              </a:ext>
            </a:extLst>
          </p:cNvPr>
          <p:cNvSpPr txBox="1"/>
          <p:nvPr/>
        </p:nvSpPr>
        <p:spPr>
          <a:xfrm>
            <a:off x="111954" y="63453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A1F466C-7B84-4DEB-8206-7375A74BB29C}"/>
              </a:ext>
            </a:extLst>
          </p:cNvPr>
          <p:cNvSpPr/>
          <p:nvPr/>
        </p:nvSpPr>
        <p:spPr>
          <a:xfrm>
            <a:off x="69603" y="634536"/>
            <a:ext cx="3994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01F4A0-5CB6-4AA4-9F0B-9FE8E62C1F48}"/>
              </a:ext>
            </a:extLst>
          </p:cNvPr>
          <p:cNvSpPr txBox="1"/>
          <p:nvPr/>
        </p:nvSpPr>
        <p:spPr>
          <a:xfrm>
            <a:off x="1004479" y="634536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D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235FB53-8619-4E4C-8636-326AB0C3A2BB}"/>
              </a:ext>
            </a:extLst>
          </p:cNvPr>
          <p:cNvSpPr/>
          <p:nvPr/>
        </p:nvSpPr>
        <p:spPr>
          <a:xfrm>
            <a:off x="982839" y="634536"/>
            <a:ext cx="3994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A544AF-9495-4E4C-B4C0-84B8F2797D80}"/>
              </a:ext>
            </a:extLst>
          </p:cNvPr>
          <p:cNvSpPr txBox="1"/>
          <p:nvPr/>
        </p:nvSpPr>
        <p:spPr>
          <a:xfrm>
            <a:off x="2007288" y="449870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移動</a:t>
            </a:r>
            <a:endParaRPr kumimoji="1"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A09B034-FC43-4256-861B-46493284DA0E}"/>
              </a:ext>
            </a:extLst>
          </p:cNvPr>
          <p:cNvSpPr txBox="1"/>
          <p:nvPr/>
        </p:nvSpPr>
        <p:spPr>
          <a:xfrm>
            <a:off x="561487" y="2847908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F8D2BF9-6CE7-4683-90BC-2B8A6FFDF18D}"/>
              </a:ext>
            </a:extLst>
          </p:cNvPr>
          <p:cNvSpPr/>
          <p:nvPr/>
        </p:nvSpPr>
        <p:spPr>
          <a:xfrm>
            <a:off x="526221" y="2847908"/>
            <a:ext cx="3994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551A176-8DAB-46FD-97CE-781BE4A6B5F8}"/>
              </a:ext>
            </a:extLst>
          </p:cNvPr>
          <p:cNvSpPr txBox="1"/>
          <p:nvPr/>
        </p:nvSpPr>
        <p:spPr>
          <a:xfrm>
            <a:off x="2007288" y="2847908"/>
            <a:ext cx="485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ドアを開ける</a:t>
            </a:r>
            <a:r>
              <a:rPr lang="en-US" altLang="ja-JP" dirty="0"/>
              <a:t>/</a:t>
            </a:r>
            <a:r>
              <a:rPr lang="ja-JP" altLang="en-US" dirty="0"/>
              <a:t>アイテムを拾う</a:t>
            </a:r>
            <a:r>
              <a:rPr lang="en-US" altLang="ja-JP" dirty="0"/>
              <a:t>/</a:t>
            </a:r>
            <a:r>
              <a:rPr lang="ja-JP" altLang="en-US" dirty="0"/>
              <a:t>灯りをつける</a:t>
            </a:r>
            <a:endParaRPr kumimoji="1" lang="en-US" altLang="ja-JP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C9D27D9-61B6-42D3-8675-A9C951C263B1}"/>
              </a:ext>
            </a:extLst>
          </p:cNvPr>
          <p:cNvSpPr txBox="1"/>
          <p:nvPr/>
        </p:nvSpPr>
        <p:spPr>
          <a:xfrm>
            <a:off x="561487" y="368289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E</a:t>
            </a:r>
            <a:endParaRPr kumimoji="1" lang="en-US" altLang="ja-JP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ED7F577-0AEB-489F-A150-D4CDCCF37091}"/>
              </a:ext>
            </a:extLst>
          </p:cNvPr>
          <p:cNvSpPr/>
          <p:nvPr/>
        </p:nvSpPr>
        <p:spPr>
          <a:xfrm>
            <a:off x="526221" y="3682892"/>
            <a:ext cx="3994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F586462-94F5-4354-B232-89A900221A83}"/>
              </a:ext>
            </a:extLst>
          </p:cNvPr>
          <p:cNvSpPr txBox="1"/>
          <p:nvPr/>
        </p:nvSpPr>
        <p:spPr>
          <a:xfrm>
            <a:off x="2007288" y="3682892"/>
            <a:ext cx="330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ライターをつける</a:t>
            </a:r>
            <a:r>
              <a:rPr kumimoji="1" lang="en-US" altLang="ja-JP" dirty="0"/>
              <a:t>/</a:t>
            </a:r>
            <a:r>
              <a:rPr kumimoji="1" lang="ja-JP" altLang="en-US" dirty="0"/>
              <a:t>消す</a:t>
            </a:r>
            <a:endParaRPr kumimoji="1" lang="en-US" altLang="ja-JP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CBFB87-D55C-4901-BE20-B53E4E924D5B}"/>
              </a:ext>
            </a:extLst>
          </p:cNvPr>
          <p:cNvSpPr txBox="1"/>
          <p:nvPr/>
        </p:nvSpPr>
        <p:spPr>
          <a:xfrm>
            <a:off x="319668" y="1286752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SHIFT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C47AF10-8ACA-4E96-A133-337080201ECF}"/>
              </a:ext>
            </a:extLst>
          </p:cNvPr>
          <p:cNvSpPr/>
          <p:nvPr/>
        </p:nvSpPr>
        <p:spPr>
          <a:xfrm>
            <a:off x="284401" y="1286752"/>
            <a:ext cx="8899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491D776-2CC8-4B35-ADEC-28852F39CE7D}"/>
              </a:ext>
            </a:extLst>
          </p:cNvPr>
          <p:cNvSpPr txBox="1"/>
          <p:nvPr/>
        </p:nvSpPr>
        <p:spPr>
          <a:xfrm>
            <a:off x="561487" y="2024302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</a:t>
            </a:r>
            <a:endParaRPr kumimoji="1" lang="en-US" altLang="ja-JP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646E35D-1D2F-41A9-BCBA-813B5ACA1D5F}"/>
              </a:ext>
            </a:extLst>
          </p:cNvPr>
          <p:cNvSpPr/>
          <p:nvPr/>
        </p:nvSpPr>
        <p:spPr>
          <a:xfrm>
            <a:off x="526221" y="2024302"/>
            <a:ext cx="3994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9F231C5-F2B2-4DF8-8570-74664A846B77}"/>
              </a:ext>
            </a:extLst>
          </p:cNvPr>
          <p:cNvSpPr txBox="1"/>
          <p:nvPr/>
        </p:nvSpPr>
        <p:spPr>
          <a:xfrm>
            <a:off x="2009309" y="1286752"/>
            <a:ext cx="1246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ダッシュ</a:t>
            </a:r>
            <a:endParaRPr kumimoji="1" lang="en-US" altLang="ja-JP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590C852-12D1-4B8F-B732-38249B245821}"/>
              </a:ext>
            </a:extLst>
          </p:cNvPr>
          <p:cNvSpPr txBox="1"/>
          <p:nvPr/>
        </p:nvSpPr>
        <p:spPr>
          <a:xfrm>
            <a:off x="2007288" y="2012924"/>
            <a:ext cx="1246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しゃがむ</a:t>
            </a:r>
            <a:endParaRPr kumimoji="1" lang="en-US" altLang="ja-JP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60ECA96-2FC0-4CCE-848C-4F0F8A874552}"/>
              </a:ext>
            </a:extLst>
          </p:cNvPr>
          <p:cNvSpPr txBox="1"/>
          <p:nvPr/>
        </p:nvSpPr>
        <p:spPr>
          <a:xfrm>
            <a:off x="542495" y="4464367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Q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880198F-4CE5-479E-9E48-5F42C94A88C8}"/>
              </a:ext>
            </a:extLst>
          </p:cNvPr>
          <p:cNvSpPr/>
          <p:nvPr/>
        </p:nvSpPr>
        <p:spPr>
          <a:xfrm>
            <a:off x="526221" y="4464367"/>
            <a:ext cx="3994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8867233-7903-4C59-944D-F4870EDD3AFE}"/>
              </a:ext>
            </a:extLst>
          </p:cNvPr>
          <p:cNvSpPr txBox="1"/>
          <p:nvPr/>
        </p:nvSpPr>
        <p:spPr>
          <a:xfrm>
            <a:off x="2007288" y="4464367"/>
            <a:ext cx="330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アイテムの使用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17811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31</Words>
  <Application>Microsoft Office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百田　睦貴</dc:creator>
  <cp:lastModifiedBy>百田　睦貴</cp:lastModifiedBy>
  <cp:revision>4</cp:revision>
  <dcterms:created xsi:type="dcterms:W3CDTF">2026-08-05T04:42:05Z</dcterms:created>
  <dcterms:modified xsi:type="dcterms:W3CDTF">2026-08-05T05:25:31Z</dcterms:modified>
</cp:coreProperties>
</file>